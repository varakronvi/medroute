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82B66"/>
          </a:solidFill>
          <a:ln w="12700">
            <a:solidFill>
              <a:srgbClr val="082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73152" cy="68580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CPE112  •  DATA STRUCTURES &amp; ALGORITHMS  •  GROUP PROJECT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77240" cy="7772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77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Queue &amp; Routing Management System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D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ระบบจำลองการจัดการคิวและเส้นทางผู้ป่วยอัจฉริยะ — สร้างด้วย C++17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5166360"/>
            <a:ext cx="233172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31520" y="5760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5166360"/>
            <a:ext cx="233172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200400" y="5760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0" y="5166360"/>
            <a:ext cx="233172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5760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38160" y="5166360"/>
            <a:ext cx="2331720" cy="109728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0" y="5212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138160" y="5760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9B6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LOOKUP TIME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55280" y="6492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Group MedRoute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สมาชิกในทีมและหน้าที่รับผิดชอบ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6568" y="1371600"/>
            <a:ext cx="3657600" cy="4937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101600" dist="25400" dir="5400000">
              <a:srgbClr val="0B3D91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26568" y="1371600"/>
            <a:ext cx="3657600" cy="5029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448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Routing &amp; Emergency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06728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B3D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6728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0944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Varakron Vimolgarnjana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44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68070503452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83768" y="3977640"/>
            <a:ext cx="2743200" cy="0"/>
          </a:xfrm>
          <a:prstGeom prst="line">
            <a:avLst/>
          </a:prstGeom>
          <a:noFill/>
          <a:ln w="12700">
            <a:solidFill>
              <a:srgbClr val="0B3D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168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0888" y="43891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BFS Cascading Failure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Priority Queue (Button 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Stop &amp; MCI Stacks (C / 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Integration / mainMenu()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448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 GitHub: github.com/—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67048" y="1371600"/>
            <a:ext cx="3657600" cy="4937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101600" dist="25400" dir="5400000">
              <a:srgbClr val="0B3D91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67048" y="1371600"/>
            <a:ext cx="3657600" cy="5029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9928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+ 2 — Doctor &amp; Station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47208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8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47208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444992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Rinrada Dejsuwannachai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4992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68070503490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24248" y="3977640"/>
            <a:ext cx="2743200" cy="0"/>
          </a:xfrm>
          <a:prstGeom prst="line">
            <a:avLst/>
          </a:prstGeom>
          <a:noFill/>
          <a:ln w="12700">
            <a:solidFill>
              <a:srgbClr val="0288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95648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1368" y="43891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Hash Table + BST + Min-Heap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(findAvailableDoctor)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FIFO Queue (5 stations)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Wait-time estimator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49928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 GitHub: github.com/—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07528" y="1371600"/>
            <a:ext cx="3657600" cy="493776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101600" dist="25400" dir="5400000">
              <a:srgbClr val="0B3D91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7528" y="1371600"/>
            <a:ext cx="3657600" cy="5029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90408" y="1417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Patient &amp; Symptom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387688" y="20574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6A6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87688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8290408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Warattaya Lekma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90408" y="3611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68070503480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64728" y="3977640"/>
            <a:ext cx="2743200" cy="0"/>
          </a:xfrm>
          <a:prstGeom prst="line">
            <a:avLst/>
          </a:prstGeom>
          <a:noFill/>
          <a:ln w="12700">
            <a:solidFill>
              <a:srgbClr val="26A6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6128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81848" y="438912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Hash Table + Auto-ID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Department (Hash)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→ Difficulty (BST)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Linked List + Station Stack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90408" y="5943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⬢ GitHub: github.com/—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หมายเหตุ: ลิงก์ GitHub Repository จะอัปเดตหลังจาก push code ขึ้น Git เรียบร้อย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MedRoute 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ปัญหาในระบบการแพทย์ และวิธีที่ MedRoute เข้ามาแก้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440680" cy="41148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71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ปัญหาที่พบในโรงพยาบาล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วิธีที่ MedRoute แก้ปัญหา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1920240"/>
            <a:ext cx="5440680" cy="868680"/>
          </a:xfrm>
          <a:prstGeom prst="rect">
            <a:avLst/>
          </a:prstGeom>
          <a:solidFill>
            <a:srgbClr val="FCE9E9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9202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ผู้ป่วยล้นแผนก — รอนานเพราะคิว FIFO ปกติไม่ได้กระจายโหลด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19202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1920240"/>
            <a:ext cx="5303520" cy="868680"/>
          </a:xfrm>
          <a:prstGeom prst="rect">
            <a:avLst/>
          </a:prstGeom>
          <a:solidFill>
            <a:srgbClr val="E8F5EC"/>
          </a:solidFill>
          <a:ln w="12700">
            <a:solidFill>
              <a:srgbClr val="BFD9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202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Min-Heap (priority_queue) ดึงหมอที่ current_cases น้อยสุดมารับเคสได้ใน O(log 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834640"/>
            <a:ext cx="5440680" cy="868680"/>
          </a:xfrm>
          <a:prstGeom prst="rect">
            <a:avLst/>
          </a:prstGeom>
          <a:solidFill>
            <a:srgbClr val="FCE9E9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8346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เคสฉุกเฉินวิกฤติแซงคิวไม่ได้ ผู้ป่วยเสี่ยงชีวิต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28346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2834640"/>
            <a:ext cx="5303520" cy="868680"/>
          </a:xfrm>
          <a:prstGeom prst="rect">
            <a:avLst/>
          </a:prstGeom>
          <a:solidFill>
            <a:srgbClr val="E8F5EC"/>
          </a:solidFill>
          <a:ln w="12700">
            <a:solidFill>
              <a:srgbClr val="BFD9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28346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E + Max-Heap Priority Queue เรียงตาม urgency/difficulty — เคสวิกฤติขึ้นบนสุด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5440680" cy="868680"/>
          </a:xfrm>
          <a:prstGeom prst="rect">
            <a:avLst/>
          </a:prstGeom>
          <a:solidFill>
            <a:srgbClr val="FCE9E9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7490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แผนกหลักเต็ม → ไม่มีระบบส่งต่อ ผู้ป่วยรอเก้อ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37490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63640" y="3749040"/>
            <a:ext cx="5303520" cy="868680"/>
          </a:xfrm>
          <a:prstGeom prst="rect">
            <a:avLst/>
          </a:prstGeom>
          <a:solidFill>
            <a:srgbClr val="E8F5EC"/>
          </a:solidFill>
          <a:ln w="12700">
            <a:solidFill>
              <a:srgbClr val="BFD9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37490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+ BFS Cascading Failure ค้นแผนกข้างเคียงที่ใกล้ที่สุดให้อัตโนมัติ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663440"/>
            <a:ext cx="5440680" cy="868680"/>
          </a:xfrm>
          <a:prstGeom prst="rect">
            <a:avLst/>
          </a:prstGeom>
          <a:solidFill>
            <a:srgbClr val="FCE9E9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46634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พอจะ pause เคสเดิมแล้วกลับมาทำต่อไม่ได้ — ระบบลืม state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80760" y="46634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263640" y="4663440"/>
            <a:ext cx="5303520" cy="868680"/>
          </a:xfrm>
          <a:prstGeom prst="rect">
            <a:avLst/>
          </a:prstGeom>
          <a:solidFill>
            <a:srgbClr val="E8F5EC"/>
          </a:solidFill>
          <a:ln w="12700">
            <a:solidFill>
              <a:srgbClr val="BFD9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6634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ปุ่ม C ใช้ Stack (LIFO) เก็บ state เคสเดิมไว้ resume กลับมาทำต่อได้ครบ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5577840"/>
            <a:ext cx="5440680" cy="868680"/>
          </a:xfrm>
          <a:prstGeom prst="rect">
            <a:avLst/>
          </a:prstGeom>
          <a:solidFill>
            <a:srgbClr val="FCE9E9"/>
          </a:solidFill>
          <a:ln w="12700">
            <a:solidFill>
              <a:srgbClr val="F4C7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5577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ค้นหาข้อมูลหมอ/สถานี/ผู้ป่วย ใช้ Array → ช้าเป็น O(n)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80760" y="5577840"/>
            <a:ext cx="182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263640" y="5577840"/>
            <a:ext cx="5303520" cy="868680"/>
          </a:xfrm>
          <a:prstGeom prst="rect">
            <a:avLst/>
          </a:prstGeom>
          <a:solidFill>
            <a:srgbClr val="E8F5EC"/>
          </a:solidFill>
          <a:ln w="12700">
            <a:solidFill>
              <a:srgbClr val="BFD9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557784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Hash Table (unordered_map) ทุกที่ที่ต้องค้นบ่อย → เฉลี่ย O(1)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ภาพรวมการทำงานของระบบ MedRoute ทั้งหมด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5732" y="1508760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B3D91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5732" y="1508760"/>
            <a:ext cx="1965960" cy="4572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7172" y="1527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Patient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7172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นางพยาบาลรับ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ผู้ป่วยใหม่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43404" y="1508760"/>
            <a:ext cx="292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54300" y="1508760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8D1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854300" y="1508760"/>
            <a:ext cx="1965960" cy="4572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5740" y="1527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Register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45740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BST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แมพ Dept + Diff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1972" y="1508760"/>
            <a:ext cx="292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12868" y="1508760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CC1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12868" y="1508760"/>
            <a:ext cx="196596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04308" y="1527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04308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สถานี (S01-S05)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60540" y="1508760"/>
            <a:ext cx="292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71436" y="1508760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6A69A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71436" y="1508760"/>
            <a:ext cx="1965960" cy="4572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62876" y="1527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Routing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62876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BFS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 Backup Dept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19108" y="1508760"/>
            <a:ext cx="29260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30004" y="1508760"/>
            <a:ext cx="19659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630004" y="1508760"/>
            <a:ext cx="196596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21444" y="15270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Assign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21444" y="2103120"/>
            <a:ext cx="1783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หาหมอ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ที่เคสน้อยสุด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Interrupts (Module 4)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07696" y="4069080"/>
            <a:ext cx="3749040" cy="2057400"/>
          </a:xfrm>
          <a:prstGeom prst="rect">
            <a:avLst/>
          </a:prstGeom>
          <a:solidFill>
            <a:srgbClr val="F4F8FC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7696" y="4069080"/>
            <a:ext cx="91440" cy="20574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296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6296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36296" y="486460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 Priority Queue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เคสวิกฤติแซงคิว FIFO ทันที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21328" y="4069080"/>
            <a:ext cx="3749040" cy="2057400"/>
          </a:xfrm>
          <a:prstGeom prst="rect">
            <a:avLst/>
          </a:prstGeom>
          <a:solidFill>
            <a:srgbClr val="F4F8FC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21328" y="4069080"/>
            <a:ext cx="91440" cy="20574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9928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449928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Stop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449928" y="486460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Stack&lt;Patient*&gt;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เคสเดิม → resume ทีหลัง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4960" y="4069080"/>
            <a:ext cx="3749040" cy="2057400"/>
          </a:xfrm>
          <a:prstGeom prst="rect">
            <a:avLst/>
          </a:prstGeom>
          <a:solidFill>
            <a:srgbClr val="F4F8FC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34960" y="4069080"/>
            <a:ext cx="91440" cy="20574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3560" y="41605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 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63560" y="446227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MCI Mode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363560" y="4864608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Stack&lt;bool&gt;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บันทึก/คืนค่าสถานะระบบทั้งหมด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Used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ระบบแบ่งเป็น 4 Modules — แต่ละ DS เลือกตามเหตุผลด้าน Time Complexity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371600" cy="5029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Doctor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1371600" cy="5029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Station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371600"/>
            <a:ext cx="1371600" cy="5029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Patient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1371600" cy="5029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Routing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ทั้ง 4 modules ทำงานผ่าน main.cpp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057400"/>
            <a:ext cx="6766560" cy="384048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05740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31720" y="2057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60520" y="20574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20574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441448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4414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31720" y="24414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60520" y="244144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Station / Patient / Symptom→Dept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24414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2825496"/>
            <a:ext cx="6766560" cy="384048"/>
          </a:xfrm>
          <a:prstGeom prst="rect">
            <a:avLst/>
          </a:prstGeom>
          <a:solidFill>
            <a:srgbClr val="F4F8FC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282549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Tree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282549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DoctorBSTNode, BSTNode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60520" y="282549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by Level, Symptom→Difficulty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82549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" y="3209544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320954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31720" y="320954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priority_queue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160520" y="320954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findAvailableDoctor (load balancing)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675120" y="320954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3593592"/>
            <a:ext cx="6766560" cy="384048"/>
          </a:xfrm>
          <a:prstGeom prst="rect">
            <a:avLst/>
          </a:prstGeom>
          <a:solidFill>
            <a:srgbClr val="F4F8FC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359359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Max-Heap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331720" y="3593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priority_queue + cmp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60520" y="359359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 Queue (Button E)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35935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O(log n)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3977640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97764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31720" y="39776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queue&lt;string&gt;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60520" y="39776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waiting line (5 stations)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75120" y="397764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4361688"/>
            <a:ext cx="6766560" cy="384048"/>
          </a:xfrm>
          <a:prstGeom prst="rect">
            <a:avLst/>
          </a:prstGeom>
          <a:solidFill>
            <a:srgbClr val="F4F8FC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436168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331720" y="436168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stack&lt;Patient*&gt;/bool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60520" y="43616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stationStack / Button C / MCI Button 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43616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0080" y="4745736"/>
            <a:ext cx="6766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745736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31720" y="4745736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HistoryNode*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60520" y="4745736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event history (dynamic length)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75120" y="474573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O(1) append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40080" y="5129784"/>
            <a:ext cx="6766560" cy="384048"/>
          </a:xfrm>
          <a:prstGeom prst="rect">
            <a:avLst/>
          </a:prstGeom>
          <a:solidFill>
            <a:srgbClr val="F4F8FC"/>
          </a:solidFill>
          <a:ln w="6350">
            <a:solidFill>
              <a:srgbClr val="D6E1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51297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(Adj. List)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2331720" y="51297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unordered_map&lt;vector&gt;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60520" y="5129784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adjacency for BFS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75120" y="512978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58952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ตัวอย่าง: Queue + Priority Queue ในระบบ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589520" y="2331720"/>
            <a:ext cx="4023360" cy="416052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26680" y="2423160"/>
            <a:ext cx="37490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Module 2: FIFO Queue (station.h)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Station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std::queue&lt;std::string&gt; waiting;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Module 4: Max-Heap (routing.cpp)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OverrideComparator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operator()(Patient* a, Patient* b)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(a-&gt;urgency != b-&gt;urgency)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a-&gt;urgency &lt; b-&gt;urgency;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a-&gt;difficulty &lt; b-&gt;difficulty;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std::priority_queue&lt;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Patient*, std::vector&lt;Patient*&gt;,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OverrideComparator&gt; overrideQueue;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Module 1: Min-Heap (doctor.cpp)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DoctorHeapCompare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operator()(Doctor* a, Doctor* b)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a-&gt;current_cases &gt; b-&gt;current_cases;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680960" y="242316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18120" y="242316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955280" y="242316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89520" y="6537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ทุกการเลือก DS อ้างอิง Big-O เป็นเหตุผลหลัก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Implemented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อัลกอริทึมหลักที่ใช้และจุดที่นำไปใช้ใน feature ใด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71600"/>
            <a:ext cx="91440" cy="233172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536192"/>
            <a:ext cx="777240" cy="36576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5361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9164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Time: O(V + 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19385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Breadth-First Search (BFS)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Cascading Failure Routing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เมื่อแผนกหลักเต็ม → BFS ท่องไปตามกราฟแผนกข้างเคียงเพื่อหาแผนกสำรองที่ใกล้ที่สุด (shortest path ในเชิงความสัมพันธ์)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routing.cpp → assignDoctorToCase()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37160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371600"/>
            <a:ext cx="91440" cy="233172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1536192"/>
            <a:ext cx="777240" cy="3657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15361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/ Extract: O(log 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19385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Push / Pop (Insert + Extract)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6344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Doctor Load Balancing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Emergency Queue (Button E)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743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ดึงหมอที่ current_cases น้อยสุดได้ทันที — Max-Heap ดันเคส urgency สูงสุดขึ้นบน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doctor.cpp → findAvailableDoctor()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28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routing.cpp → localOverride() / processNextOverride()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137160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1371600"/>
            <a:ext cx="91440" cy="23317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30768" y="1536192"/>
            <a:ext cx="777240" cy="36576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30768" y="15361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81160" y="1554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Avg: O(log 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58200" y="19385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Search &amp; In-order Traversal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458200" y="22402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Display doctors by level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Symptom → Difficulty lookup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58200" y="274320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ค้นและพิมพ์รายการแบบมีลำดับ — In-order Traversal พิมพ์หมอเรียงตาม Level A1 → A4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58200" y="33375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doctor.cpp → bstInorder() / bstFindByLevel()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6A6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patient.cpp → bstSearch()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384048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840480"/>
            <a:ext cx="91440" cy="2331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41248" y="4005072"/>
            <a:ext cx="777240" cy="36576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1248" y="4005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FIFO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69164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 Pop: O(1)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" y="4407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Enqueue / Dequeue (FIFO)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68680" y="4709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Station waiting line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5212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ผู้ป่วยมาก่อนได้ก่อน (มาก่อน-รับก่อน) สะท้อนการจัดคิวจริงในโรงพยาบาล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68680" y="5806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AC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station.cpp → addPatientToStation() / removePatientFromStation()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434840" y="384048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434840" y="3840480"/>
            <a:ext cx="91440" cy="23317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36008" y="4005072"/>
            <a:ext cx="777240" cy="36576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36008" y="4005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48640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/ Pop / Top: O(1)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63440" y="4407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Push / Pop (LIFO)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4663440" y="4709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stationStack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Button C (Critical Stop) / Button M (MCI)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663440" y="5212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Save-state แบบ LIFO — pause เคสปัจจุบันแล้ว resume กลับมาทำต่อได้ทันที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663440" y="5806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patient.cpp → pushStation()/popStation()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routing.cpp → criticalStop()/enterMCIMode()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9600" y="3840480"/>
            <a:ext cx="3657600" cy="23317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229600" y="3840480"/>
            <a:ext cx="91440" cy="233172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30768" y="4005072"/>
            <a:ext cx="777240" cy="36576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30768" y="40050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9281160" y="4023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Avg: O(1)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458200" y="440740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Table Lookup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8458200" y="470916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ใช้ในทุก Module — Doctor / Station / Patient / Symptom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458200" y="5212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ค้น/ใส่/ลบข้อมูลด้วย key ได้คงที่ ไม่ต้องวนลูปหา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458200" y="5806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» doctor.cpp, station.cpp, patient.cpp (unordered_map ทุกไฟล์)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Code Explanation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ตัวอย่างโค้ดที่เป็นหัวใจของแต่ละ Feature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56509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5650992" cy="329184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325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1 • Min-Heap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62272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doctor.cpp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04672" y="169164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หาหมอที่ว่างที่สุด (Load Balancing)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" y="1965960"/>
            <a:ext cx="5321808" cy="1508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057400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Doctor* findAvailableDoctor(int reqLv, string dept)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priority_queue&lt;Doctor*, vector&lt;Doctor*&gt;,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DoctorHeapCompare&gt; heap;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(auto&amp; p : doctorHash)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Doctor* d = p.second;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(d-&gt;level &lt; reqLv || d-&gt;department != dept) continue;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(d-&gt;current_cases &gt;= d-&gt;max_threshold) continue;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heap.push(d);                 // O(log n)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heap.empty() ? nullptr : heap.top();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6112" y="205740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3272" y="205740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0432" y="205740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502152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Min-Heap คืนหมอที่ current_cases น้อยสุดผ่าน .top() ใน O(1) — ใส่ผู้สมัครเข้า heap แต่ละคน O(log 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55664" y="1325880"/>
            <a:ext cx="56509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55664" y="1325880"/>
            <a:ext cx="5650992" cy="329184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92824" y="1325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2 • FIFO Queue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77856" y="1325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station.cpp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0256" y="1691640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เพิ่มผู้ป่วยเข้าคิวสถานี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620256" y="1965960"/>
            <a:ext cx="5321808" cy="1508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2057400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addPatientToStation(string sID, string pID)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Station* s = findStationByID(sID);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(s-&gt;available)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s-&gt;current_patient = pID;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s-&gt;available = false;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s-&gt;waiting.push(pID);   // FIFO push O(1)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pID &lt;&lt; " queued at " &lt;&lt; s-&gt;name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" (pos " &lt;&lt; s-&gt;waiting.size() &lt;&lt; ")";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11696" y="205740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48856" y="205740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86016" y="205740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3502152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std::queue&lt;string&gt; waiting — push/pop O(1) สะท้อนกฎ "มาก่อน-ได้ก่อน" ของคิวโรงพยาบาลจริง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4032504"/>
            <a:ext cx="56509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4032504"/>
            <a:ext cx="5650992" cy="32918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032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3 • BST + Linked List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62272" y="40325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patient.cpp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398264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ลงทะเบียนผู้ป่วย + สร้างประวัติ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" y="4672584"/>
            <a:ext cx="5321808" cy="1508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1832" y="4764024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Patient* registerPatient(string name, string sym, int urg)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Patient* p = new Patient();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p-&gt;id = "P" + pad(patientCounter++);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p-&gt;department = mapSymptomToDept(sym);  // Hash O(1)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p-&gt;difficulty = mapSymptomToDifficulty(sym); // BST O(log n)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HistoryNode* h = new HistoryNode();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h-&gt;event = "Registered | symptom: " + sym;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p-&gt;history = h;          // Linked-list head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patientTable[p-&gt;id] = p; // Hash insert O(1)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96112" y="476402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3272" y="476402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70432" y="476402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6208776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ผสาน 3 DS: Hash (table+symptomMap), BST (symptom→difficulty), Linked List (history) — คนละโครงสร้างต่อบรรทัด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55664" y="4032504"/>
            <a:ext cx="56509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1ED"/>
            </a:solidFill>
            <a:prstDash val="solid"/>
          </a:ln>
          <a:effectLst>
            <a:outerShdw sx="100000" sy="100000" kx="0" ky="0" algn="bl" rotWithShape="0" blurRad="76200" dist="12700" dir="5400000">
              <a:srgbClr val="0B3D91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55664" y="4032504"/>
            <a:ext cx="5650992" cy="329184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403250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 4 • Graph + BFS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77856" y="403250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routing.cpp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0256" y="4398264"/>
            <a:ext cx="5376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Failure: หาแผนกสำรอง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20256" y="4672584"/>
            <a:ext cx="5321808" cy="150876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57416" y="4764024"/>
            <a:ext cx="50474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queue&lt;string&gt; q;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unordered_map&lt;string,bool&gt; visited;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q.push(targetDept); visited[targetDept] = true;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(!q.empty())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curr = q.front(); q.pop();   // BFS dequeue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 != targetDept) {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Doctor* d = findAvailableDoctor(1, curr);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(d) return d;                  // backup found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(auto&amp; nb : routingGraph[curr])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(!visited[nb]) { visited[nb]=true; q.push(nb); }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711696" y="4764024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8856" y="4764024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86016" y="4764024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20256" y="6208776"/>
            <a:ext cx="5321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Queue + visited map ทำ BFS — กระจายตรวจแผนกข้างเคียงรอบละ 1 hop จนกว่าจะเจอหมอว่าง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 / Output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ภาพหน้าจอ Terminal แสดงผลการทำงานจริง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6766560" cy="5029200"/>
          </a:xfrm>
          <a:prstGeom prst="rect">
            <a:avLst/>
          </a:prstGeom>
          <a:solidFill>
            <a:srgbClr val="0B1E3F"/>
          </a:solidFill>
          <a:ln w="12700">
            <a:solidFill>
              <a:srgbClr val="0B1E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6492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Welcome to MedRoute Hospital Management System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Initialized 5 stations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Loaded 20 doctors from data/doctors.csv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 MEDROUTE MAIN MENU  ========================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 Register Patient &amp; Route Case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 Display Live System Dashboard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 [Button E] Emergency Override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 [Button C] Critical Stop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8. [Button M] Activate MCI Mode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option (0-10): 1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Register New Patient ---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 Name: Somchai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 Symptom: chest pain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Urgency Level (1=Normal, 2=Urgent, 3=Critical): 2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Patient registered: P001 | Somchai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| dept: Cardiology | difficulty: 3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 P001 is now at Blood Pressure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P001 entered station: S01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Searching for optimal doctor via Graph BFS Routing...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[WARN] Department 'internal' full.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Triggering BFS Cascading Failure search...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[SUCCESS] Cascading BFS found backup doctor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in department: emergency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6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[OK]  Assigned P001 to Dr. Anya (emergency dept)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91440" cy="9144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417320"/>
            <a:ext cx="91440" cy="9144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417320"/>
            <a:ext cx="91440" cy="9144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89520" y="1325880"/>
            <a:ext cx="4023360" cy="1417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589520" y="13258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1 ]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80960" y="18288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 Main Menu (option 1-10)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screenshot ตรงนี้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0" y="2935224"/>
            <a:ext cx="4023360" cy="1417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589520" y="29352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2 ]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680960" y="343814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หน้าลงทะเบียน + จับคู่หมอสำเร็จ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screenshot ตรงนี้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589520" y="4535424"/>
            <a:ext cx="4023360" cy="141732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589520" y="45354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 3 ]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0" y="503834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แสดงคิว 5 สถานี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วาง screenshot ตรงนี้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เทคนิค: ถ้าอัด GIF/MP4 สั้นๆ ~30 วินาที เปิดตอนพรีเซนต์จะดึงดูดกว่าภาพนิ่ง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Improvements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896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บทเรียนที่ได้ระหว่างพัฒนา และทิศทางการต่อยอด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MedRoute  •  CPE112 Data Structures &amp; Algorithms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55680" y="6492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440680" cy="4572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Challenges (สิ่งที่ท้าทาย)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544068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9144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8424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การ Integrate โค้ดจาก 3 คน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26771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แต่ละคนเขียนแยกกัน ชื่อแผนกสะกดต่างกัน (Internal Medicine, internal, Cardiology) ต้องสร้าง standardizeDepartmentName() มาช่วยรวม namespace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544068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017520"/>
            <a:ext cx="9144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08152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จัดการ Memory ของ Pointers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336499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Patient*, Doctor*, HistoryNode* — ต้องระวัง memory leak ใน deletePatient() ที่ต้อง free linked-list ทีละ node ก่อน erase จาก hash table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544068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114800"/>
            <a:ext cx="9144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17880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เลือก DS ให้เหมาะกับ feature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46227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เคสฉุกเฉินใช้ FIFO ไม่ได้ — ต้องเปลี่ยนเป็น Priority Queue พร้อม custom comparator (urgency + difficulty)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212080"/>
            <a:ext cx="544068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212080"/>
            <a:ext cx="91440" cy="100584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276088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ออกแบบ Graph สำหรับ BFS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559552"/>
            <a:ext cx="5166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แผนกใดสมควรเป็นเพื่อนบ้านของแผนกใด ต้องสมจริงทางการแพทย์ (emergency ↔ surgery/internal เป็นต้น)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3716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Improvements (ต่อยอด)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63640" y="1920240"/>
            <a:ext cx="530352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192024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984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 → Web/Mobile GUI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92240" y="226771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พัฒนาเป็น web dashboard real-time ด้วย React + WebSocket เพื่อให้พยาบาลทุกจุดเห็นคิวพร้อมกัน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3017520"/>
            <a:ext cx="530352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63640" y="301752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0815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Weighted Graph (Dijkstra)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92240" y="336499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แทน BFS ด้วย Dijkstra เพื่อสะท้อนระยะทางจริงระหว่างอาคารและเวลาเดินทางของผู้ป่วย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4114800"/>
            <a:ext cx="530352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63640" y="411480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178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ML-based Wait Prediction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492240" y="446227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ใช้ historical data ทำนายเวลารอแม่นยำกว่า formula "คิว × duration" เดิม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5212080"/>
            <a:ext cx="5303520" cy="1005840"/>
          </a:xfrm>
          <a:prstGeom prst="rect">
            <a:avLst/>
          </a:prstGeom>
          <a:solidFill>
            <a:srgbClr val="F4F8FC"/>
          </a:solidFill>
          <a:ln w="12700">
            <a:solidFill>
              <a:srgbClr val="D6E1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5212080"/>
            <a:ext cx="9144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5276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Persistence &amp; Multi-User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555955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 Database (SQLite/Postgres) เก็บประวัติผู้ป่วยข้ามวัน + รองรับหลายผู้ใช้พร้อมกัน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MedRoute - Hospital Queue &amp; Routing Management System</dc:title>
  <dc:subject>PptxGenJS Presentation</dc:subject>
  <dc:creator>MedRoute Team</dc:creator>
  <cp:lastModifiedBy>MedRoute Team</cp:lastModifiedBy>
  <cp:revision>1</cp:revision>
  <dcterms:created xsi:type="dcterms:W3CDTF">2026-05-13T18:14:40Z</dcterms:created>
  <dcterms:modified xsi:type="dcterms:W3CDTF">2026-05-13T18:14:40Z</dcterms:modified>
</cp:coreProperties>
</file>